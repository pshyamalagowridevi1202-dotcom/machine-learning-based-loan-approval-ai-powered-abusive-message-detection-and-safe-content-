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Fraunces Extra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FD2CB-2956-427D-B916-A219A87DEAF5}" v="1" dt="2026-09-29T12:09:59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065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7329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AI-Powered Abusive Message Detection &amp; Safe Content Classification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486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intelligent platform leveraging NLP and Machine Learning to automatically detect, classify, and moderate harmful content across digital communication channels — in real time.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654772"/>
            <a:ext cx="1895624" cy="215354"/>
          </a:xfrm>
          <a:prstGeom prst="roundRect">
            <a:avLst>
              <a:gd name="adj" fmla="val 47398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697263"/>
            <a:ext cx="21827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ACADEMIC RESEARCH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462585" y="3654772"/>
            <a:ext cx="2035076" cy="215354"/>
          </a:xfrm>
          <a:prstGeom prst="roundRect">
            <a:avLst>
              <a:gd name="adj" fmla="val 47398"/>
            </a:avLst>
          </a:prstGeom>
          <a:noFill/>
          <a:ln w="4763">
            <a:solidFill>
              <a:srgbClr val="4389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47640" y="3697263"/>
            <a:ext cx="23221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· NLP · CONTENT MODERATION</a:t>
            </a:r>
            <a:endParaRPr lang="en-US" sz="8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9823E8-992B-F5BD-2799-ED29140B2EB1}"/>
              </a:ext>
            </a:extLst>
          </p:cNvPr>
          <p:cNvSpPr txBox="1"/>
          <p:nvPr/>
        </p:nvSpPr>
        <p:spPr>
          <a:xfrm>
            <a:off x="496119" y="4127956"/>
            <a:ext cx="307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NAME: PUSARLA SHYAMALA GOWRI DEVI</a:t>
            </a:r>
          </a:p>
          <a:p>
            <a:r>
              <a:rPr lang="en-US" sz="1200" b="1" dirty="0"/>
              <a:t>ROLL NO: 323129510045</a:t>
            </a:r>
            <a:endParaRPr lang="en-IN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280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Digital Communication Crisis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440582"/>
            <a:ext cx="4722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explosive growth of online platforms has created an unprecedented volume of user-generated content — much of it harmful.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007691"/>
            <a:ext cx="2297013" cy="1618804"/>
          </a:xfrm>
          <a:prstGeom prst="roundRect">
            <a:avLst>
              <a:gd name="adj" fmla="val 7512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4060180" y="2142753"/>
            <a:ext cx="2026890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📈</a:t>
            </a: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Scale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60180" y="2435870"/>
            <a:ext cx="202689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Billions of messages sent daily across social media, messaging apps, and forums — far beyond human review capacity.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868" y="2007691"/>
            <a:ext cx="2297013" cy="1618804"/>
          </a:xfrm>
          <a:prstGeom prst="roundRect">
            <a:avLst>
              <a:gd name="adj" fmla="val 7512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6485930" y="2142753"/>
            <a:ext cx="2026890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Harm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85930" y="2435870"/>
            <a:ext cx="2026890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Hate speech, cyberbullying, threats, and toxic content spread rapidly, causing real-world psychological and social damage.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755231"/>
            <a:ext cx="4722763" cy="985465"/>
          </a:xfrm>
          <a:prstGeom prst="roundRect">
            <a:avLst>
              <a:gd name="adj" fmla="val 1234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4060180" y="3890293"/>
            <a:ext cx="4452640" cy="21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⏱️</a:t>
            </a: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Speed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60180" y="4183410"/>
            <a:ext cx="44526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Abusive content can go viral within minutes, outpacing any manual moderation response.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8654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Why Manual Moderation Falls Short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22115"/>
            <a:ext cx="5207794" cy="295103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960165"/>
            <a:ext cx="2684487" cy="9333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45783" y="1080715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Inconsistency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145783" y="1326505"/>
            <a:ext cx="2386236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Human judgment varies by mood, context, and cultural background — leading to uneven enforcement.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8082" y="1973238"/>
            <a:ext cx="2684487" cy="7845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45783" y="2093788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Slow Processing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6145783" y="2339578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Manual review creates backlogs, leaving harmful content visible for hours or days.</a:t>
            </a:r>
            <a:endParaRPr lang="en-US" sz="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8082" y="2837483"/>
            <a:ext cx="2684487" cy="7845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45783" y="2958033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Volume Overload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6145783" y="3203823"/>
            <a:ext cx="2386236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human team can scale to match the millions of messages posted every minute.</a:t>
            </a:r>
            <a:endParaRPr lang="en-US" sz="8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8082" y="3701728"/>
            <a:ext cx="2684487" cy="9333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45783" y="3822278"/>
            <a:ext cx="238623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Psychological Toll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6145783" y="4068068"/>
            <a:ext cx="2386236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Repeated exposure to graphic or hateful content causes burnout and mental health risks for moderators.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4029"/>
            <a:ext cx="8151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AI-Powered Solution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844079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platform combines Natural Language Processing, Machine Learning, and Deep Learning to automatically analyze, classify, and flag harmful content — accurately and at scale.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28626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853731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Moderation Action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0467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ML Classification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247874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NLP Preprocessing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44086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Text Input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580260"/>
            <a:ext cx="8608963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processes raw text through tokenization, vectorization, and semantic analysis before applying trained models to assign abuse categories and confidence scores in milliseconds.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NLP Pipeline &amp; Text Processing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02756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Techniques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54635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Tokenization: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Splits text into analyzable units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TF-IDF &amp; Word2Vec: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Converts text to numerical features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Named Entity Recognition: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Identifies targeted individuals or groups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Sentiment Analysis: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Detects emotional tone and aggression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Context Windows: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Captures multi-sentence abuse patterns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129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Machine Learning Models &amp; Evaluation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031751"/>
            <a:ext cx="3929955" cy="2828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688" y="1019175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Model Comparison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2688" y="1306934"/>
            <a:ext cx="392995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models — particularly fine-tuned BERT — outperform traditional classifiers by capturing semantic nuance and contextual abuse patterns.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87490"/>
            <a:ext cx="4025429" cy="662880"/>
          </a:xfrm>
          <a:prstGeom prst="roundRect">
            <a:avLst>
              <a:gd name="adj" fmla="val 16240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615702" y="4207073"/>
            <a:ext cx="37862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95% Accuracy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5702" y="4454426"/>
            <a:ext cx="378626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Best-performing BERT model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2453" y="4087490"/>
            <a:ext cx="4025429" cy="662880"/>
          </a:xfrm>
          <a:prstGeom prst="roundRect">
            <a:avLst>
              <a:gd name="adj" fmla="val 16240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4742036" y="4207073"/>
            <a:ext cx="378626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94% F1 Score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42036" y="4454426"/>
            <a:ext cx="378626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Balanced precision &amp; recall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Architecture &amp; User Roles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1285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Platform Roles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364730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Users: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Submit messages, report content, view moderation status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Moderators: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Review flagged content, override AI decisions, manage queues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Administrators:</a:t>
            </a: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Configure policies, access analytics, manage user roles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94384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Core Modules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846263"/>
            <a:ext cx="3986733" cy="3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abuse detection engine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alert &amp; notification system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Moderation dashboard with audit trails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Report generation &amp; compliance exports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70979"/>
            <a:ext cx="4722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Analytics Dashboard &amp; Reporting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046857"/>
            <a:ext cx="221456" cy="2214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25119" y="1376437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Monitoring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3925119" y="1601316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Live feed of classified messages with abuse category breakdowns and confidence scores.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932087"/>
            <a:ext cx="221456" cy="2214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25119" y="2261667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Automated Alerts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3925119" y="2486546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notifications for high-severity content requiring immediate moderator attention.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817316"/>
            <a:ext cx="221456" cy="221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5119" y="314689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Compliance Reports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3925119" y="3371776"/>
            <a:ext cx="47227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Exportable reports covering moderation decisions, trends, and policy adherence metrics.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702546"/>
            <a:ext cx="221456" cy="22145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25119" y="4032126"/>
            <a:ext cx="4722763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Threat Intelligence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3925119" y="4257005"/>
            <a:ext cx="4722763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Pattern detection identifies coordinated harassment campaigns and emerging abuse vectors.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50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Technologies, Security &amp; Ethics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Stack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5655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Backend: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Python, Flask/FastAPI, TensorFlow, PyTorch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NLP: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Hugging Face Transformers, spaCy, NLTK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Database: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PostgreSQL, Redis (caching)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Frontend: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React.js, D3.js (visualizations)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Security: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OAuth 2.0, JWT, AES-256 encryption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Ethical Considerations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5655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Bias Mitigation: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Diverse training data and fairness audits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Transparency: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Explainable AI (XAI) for flagged decisions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Privacy: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GDPR-compliant data handling and anonymization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Human Oversight: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Appeals process for disputed classifications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053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Applications, Outcomes &amp; Future Roadmap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97037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405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7123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Protect students from cyberbullying in LMS platforms and school messaging systems.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297037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405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Social Media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7123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Scale moderation for platforms handling millions of posts, comments, and DMs daily.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297037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40588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71239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professional communication standards across internal chat and support systems.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96119" y="3552304"/>
            <a:ext cx="8151763" cy="1020589"/>
          </a:xfrm>
          <a:prstGeom prst="roundRect">
            <a:avLst>
              <a:gd name="adj" fmla="val 12502"/>
            </a:avLst>
          </a:prstGeom>
          <a:solidFill>
            <a:srgbClr val="DDEEE0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753073"/>
            <a:ext cx="177180" cy="1417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6816" y="3729484"/>
            <a:ext cx="754930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Future Enhancements:</a:t>
            </a: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Multimodal detection (images + text), multilingual support for 50+ languages, federated learning for privacy-preserving model updates, and integration with blockchain-based content provenance tracking.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671</Words>
  <Application>Microsoft Office PowerPoint</Application>
  <PresentationFormat>On-screen Show (16:9)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Nobile</vt:lpstr>
      <vt:lpstr>Twemoji Mozilla</vt:lpstr>
      <vt:lpstr>Arial</vt:lpstr>
      <vt:lpstr>Nobile Bold</vt:lpstr>
      <vt:lpstr>Fraunces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kumar</dc:creator>
  <cp:lastModifiedBy>dinesh kumar pusarla</cp:lastModifiedBy>
  <cp:revision>2</cp:revision>
  <dcterms:created xsi:type="dcterms:W3CDTF">2026-07-28T05:22:49Z</dcterms:created>
  <dcterms:modified xsi:type="dcterms:W3CDTF">2026-09-29T13:21:09Z</dcterms:modified>
</cp:coreProperties>
</file>